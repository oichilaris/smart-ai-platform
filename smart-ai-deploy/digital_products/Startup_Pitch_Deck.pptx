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Startup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Your Company Name | Tagline |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What problem are you solving?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- Pain point 1</a:t>
            </a:r>
          </a:p>
          <a:p>
            <a:pPr>
              <a:spcAft>
                <a:spcPts val="600"/>
              </a:spcAft>
              <a:defRPr sz="1800"/>
            </a:pPr>
            <a:r>
              <a:t>- Pain point 2</a:t>
            </a:r>
          </a:p>
          <a:p>
            <a:pPr>
              <a:spcAft>
                <a:spcPts val="600"/>
              </a:spcAft>
              <a:defRPr sz="1800"/>
            </a:pPr>
            <a:r>
              <a:t>- Pain point 3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Market size: $X billion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How does your product solve this?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- Key feature 1</a:t>
            </a:r>
          </a:p>
          <a:p>
            <a:pPr>
              <a:spcAft>
                <a:spcPts val="600"/>
              </a:spcAft>
              <a:defRPr sz="1800"/>
            </a:pPr>
            <a:r>
              <a:t>- Key feature 2</a:t>
            </a:r>
          </a:p>
          <a:p>
            <a:pPr>
              <a:spcAft>
                <a:spcPts val="600"/>
              </a:spcAft>
              <a:defRPr sz="1800"/>
            </a:pPr>
            <a:r>
              <a:t>- Key feature 3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Unique value proposition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TAM: $X billion</a:t>
            </a:r>
          </a:p>
          <a:p>
            <a:pPr>
              <a:spcAft>
                <a:spcPts val="600"/>
              </a:spcAft>
              <a:defRPr sz="1800"/>
            </a:pPr>
            <a:r>
              <a:t>SAM: $X million</a:t>
            </a:r>
          </a:p>
          <a:p>
            <a:pPr>
              <a:spcAft>
                <a:spcPts val="600"/>
              </a:spcAft>
              <a:defRPr sz="1800"/>
            </a:pPr>
            <a:r>
              <a:t>SOM: $X million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Growth rate: X% CAGR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Revenue streams:</a:t>
            </a:r>
          </a:p>
          <a:p>
            <a:pPr>
              <a:spcAft>
                <a:spcPts val="600"/>
              </a:spcAft>
              <a:defRPr sz="1800"/>
            </a:pPr>
            <a:r>
              <a:t>- Subscription: $X/month</a:t>
            </a:r>
          </a:p>
          <a:p>
            <a:pPr>
              <a:spcAft>
                <a:spcPts val="600"/>
              </a:spcAft>
              <a:defRPr sz="1800"/>
            </a:pPr>
            <a:r>
              <a:t>- Transaction fee: X%</a:t>
            </a:r>
          </a:p>
          <a:p>
            <a:pPr>
              <a:spcAft>
                <a:spcPts val="600"/>
              </a:spcAft>
              <a:defRPr sz="1800"/>
            </a:pPr>
            <a:r>
              <a:t>- Enterprise: Custom pricing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Unit economics: LTV $X, CAC $X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Key metrics:</a:t>
            </a:r>
          </a:p>
          <a:p>
            <a:pPr>
              <a:spcAft>
                <a:spcPts val="600"/>
              </a:spcAft>
              <a:defRPr sz="1800"/>
            </a:pPr>
            <a:r>
              <a:t>- Users: X,XXX</a:t>
            </a:r>
          </a:p>
          <a:p>
            <a:pPr>
              <a:spcAft>
                <a:spcPts val="600"/>
              </a:spcAft>
              <a:defRPr sz="1800"/>
            </a:pPr>
            <a:r>
              <a:t>- Revenue: $X,XXX MRR</a:t>
            </a:r>
          </a:p>
          <a:p>
            <a:pPr>
              <a:spcAft>
                <a:spcPts val="600"/>
              </a:spcAft>
              <a:defRPr sz="1800"/>
            </a:pPr>
            <a:r>
              <a:t>- Growth: X% MoM</a:t>
            </a:r>
          </a:p>
          <a:p>
            <a:pPr>
              <a:spcAft>
                <a:spcPts val="600"/>
              </a:spcAft>
              <a:defRPr sz="1800"/>
            </a:pPr>
            <a:r>
              <a:t>- Partnerships: X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Milestones achieved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Competitive landscape:</a:t>
            </a:r>
          </a:p>
          <a:p>
            <a:pPr>
              <a:spcAft>
                <a:spcPts val="600"/>
              </a:spcAft>
              <a:defRPr sz="1800"/>
            </a:pPr>
            <a:r>
              <a:t>- Competitor A: strength/weakness</a:t>
            </a:r>
          </a:p>
          <a:p>
            <a:pPr>
              <a:spcAft>
                <a:spcPts val="600"/>
              </a:spcAft>
              <a:defRPr sz="1800"/>
            </a:pPr>
            <a:r>
              <a:t>- Competitor B: strength/weakness</a:t>
            </a:r>
          </a:p>
          <a:p>
            <a:pPr>
              <a:spcAft>
                <a:spcPts val="600"/>
              </a:spcAft>
              <a:defRPr sz="1800"/>
            </a:pPr>
            <a:r>
              <a:t>- Our advantage: [key differentiator]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Founders &amp; key team members:</a:t>
            </a:r>
          </a:p>
          <a:p>
            <a:pPr>
              <a:spcAft>
                <a:spcPts val="600"/>
              </a:spcAft>
              <a:defRPr sz="1800"/>
            </a:pPr>
            <a:r>
              <a:t>- CEO: [Name] - [Background]</a:t>
            </a:r>
          </a:p>
          <a:p>
            <a:pPr>
              <a:spcAft>
                <a:spcPts val="600"/>
              </a:spcAft>
              <a:defRPr sz="1800"/>
            </a:pPr>
            <a:r>
              <a:t>- CTO: [Name] - [Background]</a:t>
            </a:r>
          </a:p>
          <a:p>
            <a:pPr>
              <a:spcAft>
                <a:spcPts val="600"/>
              </a:spcAft>
              <a:defRPr sz="1800"/>
            </a:pPr>
            <a:r>
              <a:t>- CMO: [Name] - [Background]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Advisors: [Names]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3-year projections:</a:t>
            </a:r>
          </a:p>
          <a:p>
            <a:pPr>
              <a:spcAft>
                <a:spcPts val="600"/>
              </a:spcAft>
              <a:defRPr sz="1800"/>
            </a:pPr>
            <a:r>
              <a:t>- Year 1: $X revenue, $X profit</a:t>
            </a:r>
          </a:p>
          <a:p>
            <a:pPr>
              <a:spcAft>
                <a:spcPts val="600"/>
              </a:spcAft>
              <a:defRPr sz="1800"/>
            </a:pPr>
            <a:r>
              <a:t>- Year 2: $X revenue, $X profit</a:t>
            </a:r>
          </a:p>
          <a:p>
            <a:pPr>
              <a:spcAft>
                <a:spcPts val="600"/>
              </a:spcAft>
              <a:defRPr sz="1800"/>
            </a:pPr>
            <a:r>
              <a:t>- Year 3: $X revenue, $X profit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Burn rate: $X/month | Runway: X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Raising: $X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Use of funds:</a:t>
            </a:r>
          </a:p>
          <a:p>
            <a:pPr>
              <a:spcAft>
                <a:spcPts val="600"/>
              </a:spcAft>
              <a:defRPr sz="1800"/>
            </a:pPr>
            <a:r>
              <a:t>- Product development: X%</a:t>
            </a:r>
          </a:p>
          <a:p>
            <a:pPr>
              <a:spcAft>
                <a:spcPts val="600"/>
              </a:spcAft>
              <a:defRPr sz="1800"/>
            </a:pPr>
            <a:r>
              <a:t>- Marketing: X%</a:t>
            </a:r>
          </a:p>
          <a:p>
            <a:pPr>
              <a:spcAft>
                <a:spcPts val="600"/>
              </a:spcAft>
              <a:defRPr sz="1800"/>
            </a:pPr>
            <a:r>
              <a:t>- Operations: X%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Contact: email@company.com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